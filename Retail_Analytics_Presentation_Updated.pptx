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Technical Internship Program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14 May 2026  |  Project 1 — Omnichannel Retail Analytics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4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Solutions &amp; Co.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Unified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online and offline retail sales data into one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432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Cleaned &amp; Analyzed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transformed and analyzed 9800 rows of sales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Interactive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for business decision-making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managers to monitor sales performance efficiently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 Solved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961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tracking of online + offline sales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best-selling products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054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50545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prediction or inventory visibility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841248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101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insights into peak sales hours/days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148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city-wise revenue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Dataset: Superstore Sales Dataset  |  Source: Kaggle.com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Microsoft Excel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42032" y="3566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 Workbench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18304" y="3566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Power BI / Tableau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94576" y="3566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Data Cleaning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6459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097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Superstore Sales Dataset from Kaggle (9800 rows, 21 columns)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project folder and saved cleaned file: sales_data_cleaned.xlsx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removed duplicate rows — 0 duplicates found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11 empty/null cells — filled with 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058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914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 Date &amp; Ship Date format using Text to Columns (DMY)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7373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1828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negative Sales values — 0 negative values found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8346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Year, Month, Month_Name columns using Excel formulas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5661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7490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657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sheet tab from 'train' to 'Sales_Data'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Report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$2,261,536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265176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017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00400" y="3840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Available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74320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4320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017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Dec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35040" y="3840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Values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SQL Database &amp;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6459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097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Created database retail_analytics in MySQL Workbench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402336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Created table sales_data_cleaned with 21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0545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Imported all 9800 rows using Python + SQLAlchemy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402336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382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Verified: SELECT COUNT(*) → Output: 9800 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SQL Business Queries: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0912" y="12527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90195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0912" y="1874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Order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52374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10912" y="2496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Selling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4553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1091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Sales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76732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10912" y="3739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3891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10912" y="4361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Comparison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1280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96912" y="12527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190195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96912" y="1874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252374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96912" y="2496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Segment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314553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9691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Shipping Mode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376732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96912" y="3739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 Month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43891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96912" y="4361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Placed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Dashboard Visualizations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0" y="109728"/>
            <a:ext cx="1920240" cy="42062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097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over 12 months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05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05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Sales Distribution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 Hours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46120" y="3566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3931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by Month, City, Region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26480" y="3566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Functionality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Q4 Peak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868680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shows the highest sales — stock planning must be optimized for holiday season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5506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City Revenue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719072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cities generate significantly higher revenue — focus marketing efforts there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05456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9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Peak Shopping Hours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569464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shopping periods identified using heatmaps — optimize staff during peak times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55848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19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Planning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419856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improving stock planning during peak seasons to reduce stockouts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0624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70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Data-Driven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270248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helps managers make faster, accurate business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👑 Arya</a:t>
            </a:r>
          </a:p>
        </p:txBody>
      </p:sp>
      <p:sp>
        <p:nvSpPr>
          <p:cNvPr id="7" name="Shape 5"/>
          <p:cNvSpPr/>
          <p:nvPr/>
        </p:nvSpPr>
        <p:spPr>
          <a:xfrm>
            <a:off x="3017520" y="84124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017520" y="841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+ SQL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Downloaded &amp; cleaned Superstore Sales Dataset (9800 rows)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 duplicates, null values, date formats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Year, Month, Month_Name columns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Created MySQL database retail_analytics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Wrote 12 SQL business queries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Created &amp; managed GitHub repository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77724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2062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00600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Aruna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84124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52360" y="841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Week 3 — Tableau Dashboard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Connect Tableau to cleaned Excel file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Build all charts and visualizations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 filters and slicers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377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GitHub commits for dashboard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288036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Thufail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17520" y="294436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017520" y="2944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 + GitHub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Dataset cleaning assistance in Week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Verified null values and duplicates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Checked data types and formats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GitHub commits for Week 1 &amp; Week 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709160" y="288036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006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Tushant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294436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52360" y="2944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Verification + Final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Assisted in MySQL database setup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Tested and verified all 12 SQL queries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Verified 9800 rows imported correctly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Write final project report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4480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Update GitHub README.md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0" y="2286000"/>
            <a:ext cx="3657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Technical Internship Program  |  Project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github.com/aryasonawane11/Infotact-Retail-Analytics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2026-05-16T02:37:08Z</dcterms:created>
  <dcterms:modified xsi:type="dcterms:W3CDTF">2026-05-16T02:37:08Z</dcterms:modified>
</cp:coreProperties>
</file>